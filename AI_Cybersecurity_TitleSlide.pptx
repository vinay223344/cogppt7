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40C1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4297680" cy="4297680"/>
          </a:xfrm>
          <a:prstGeom prst="ellipse">
            <a:avLst/>
          </a:prstGeom>
          <a:solidFill>
            <a:srgbClr val="003A4A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4297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dirty="0">
                <a:solidFill>
                  <a:srgbClr val="000000"/>
                </a:solidFill>
              </a:rPr>
              <a:t>🛡️</a:t>
            </a:r>
            <a:endParaRPr lang="en-US" sz="16000" dirty="0"/>
          </a:p>
        </p:txBody>
      </p:sp>
      <p:sp>
        <p:nvSpPr>
          <p:cNvPr id="6" name="Shape 4"/>
          <p:cNvSpPr/>
          <p:nvPr/>
        </p:nvSpPr>
        <p:spPr>
          <a:xfrm>
            <a:off x="502920" y="5047488"/>
            <a:ext cx="4297680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51389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99AA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440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ADBB"/>
                </a:solidFill>
              </a:rPr>
              <a:t>YOUR NAME  •  DEPT / CLASS  •  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0" name="Shape 8"/>
          <p:cNvSpPr/>
          <p:nvPr/>
        </p:nvSpPr>
        <p:spPr>
          <a:xfrm>
            <a:off x="544068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1" name="Shape 9"/>
          <p:cNvSpPr/>
          <p:nvPr/>
        </p:nvSpPr>
        <p:spPr>
          <a:xfrm>
            <a:off x="544068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068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4068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6" name="Shape 14"/>
          <p:cNvSpPr/>
          <p:nvPr/>
        </p:nvSpPr>
        <p:spPr>
          <a:xfrm>
            <a:off x="544068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63524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2" name="Shape 30"/>
          <p:cNvSpPr/>
          <p:nvPr/>
        </p:nvSpPr>
        <p:spPr>
          <a:xfrm>
            <a:off x="763524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3" name="Shape 31"/>
          <p:cNvSpPr/>
          <p:nvPr/>
        </p:nvSpPr>
        <p:spPr>
          <a:xfrm>
            <a:off x="873252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4" name="Shape 32"/>
          <p:cNvSpPr/>
          <p:nvPr/>
        </p:nvSpPr>
        <p:spPr>
          <a:xfrm>
            <a:off x="873252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5" name="Shape 33"/>
          <p:cNvSpPr/>
          <p:nvPr/>
        </p:nvSpPr>
        <p:spPr>
          <a:xfrm>
            <a:off x="873252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6" name="Shape 34"/>
          <p:cNvSpPr/>
          <p:nvPr/>
        </p:nvSpPr>
        <p:spPr>
          <a:xfrm>
            <a:off x="873252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7" name="Shape 35"/>
          <p:cNvSpPr/>
          <p:nvPr/>
        </p:nvSpPr>
        <p:spPr>
          <a:xfrm>
            <a:off x="873252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8" name="Shape 36"/>
          <p:cNvSpPr/>
          <p:nvPr/>
        </p:nvSpPr>
        <p:spPr>
          <a:xfrm>
            <a:off x="873252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39" name="Shape 37"/>
          <p:cNvSpPr/>
          <p:nvPr/>
        </p:nvSpPr>
        <p:spPr>
          <a:xfrm>
            <a:off x="873252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0" name="Shape 38"/>
          <p:cNvSpPr/>
          <p:nvPr/>
        </p:nvSpPr>
        <p:spPr>
          <a:xfrm>
            <a:off x="873252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1" name="Shape 39"/>
          <p:cNvSpPr/>
          <p:nvPr/>
        </p:nvSpPr>
        <p:spPr>
          <a:xfrm>
            <a:off x="982980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2" name="Shape 40"/>
          <p:cNvSpPr/>
          <p:nvPr/>
        </p:nvSpPr>
        <p:spPr>
          <a:xfrm>
            <a:off x="982980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3" name="Shape 41"/>
          <p:cNvSpPr/>
          <p:nvPr/>
        </p:nvSpPr>
        <p:spPr>
          <a:xfrm>
            <a:off x="982980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4" name="Shape 42"/>
          <p:cNvSpPr/>
          <p:nvPr/>
        </p:nvSpPr>
        <p:spPr>
          <a:xfrm>
            <a:off x="982980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5" name="Shape 43"/>
          <p:cNvSpPr/>
          <p:nvPr/>
        </p:nvSpPr>
        <p:spPr>
          <a:xfrm>
            <a:off x="982980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6" name="Shape 44"/>
          <p:cNvSpPr/>
          <p:nvPr/>
        </p:nvSpPr>
        <p:spPr>
          <a:xfrm>
            <a:off x="982980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7" name="Shape 45"/>
          <p:cNvSpPr/>
          <p:nvPr/>
        </p:nvSpPr>
        <p:spPr>
          <a:xfrm>
            <a:off x="982980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8" name="Shape 46"/>
          <p:cNvSpPr/>
          <p:nvPr/>
        </p:nvSpPr>
        <p:spPr>
          <a:xfrm>
            <a:off x="982980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27080" y="1828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27080" y="10058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1" name="Shape 49"/>
          <p:cNvSpPr/>
          <p:nvPr/>
        </p:nvSpPr>
        <p:spPr>
          <a:xfrm>
            <a:off x="10927080" y="18288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2" name="Shape 50"/>
          <p:cNvSpPr/>
          <p:nvPr/>
        </p:nvSpPr>
        <p:spPr>
          <a:xfrm>
            <a:off x="10927080" y="265176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3" name="Shape 51"/>
          <p:cNvSpPr/>
          <p:nvPr/>
        </p:nvSpPr>
        <p:spPr>
          <a:xfrm>
            <a:off x="10927080" y="347472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4" name="Shape 52"/>
          <p:cNvSpPr/>
          <p:nvPr/>
        </p:nvSpPr>
        <p:spPr>
          <a:xfrm>
            <a:off x="10927080" y="429768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5" name="Shape 53"/>
          <p:cNvSpPr/>
          <p:nvPr/>
        </p:nvSpPr>
        <p:spPr>
          <a:xfrm>
            <a:off x="10927080" y="512064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27080" y="5943600"/>
            <a:ext cx="54864" cy="54864"/>
          </a:xfrm>
          <a:prstGeom prst="ellipse">
            <a:avLst/>
          </a:prstGeom>
          <a:solidFill>
            <a:srgbClr val="1A3A50"/>
          </a:solidFill>
          <a:ln/>
        </p:spPr>
      </p:sp>
      <p:sp>
        <p:nvSpPr>
          <p:cNvPr id="57" name="Shape 55"/>
          <p:cNvSpPr/>
          <p:nvPr/>
        </p:nvSpPr>
        <p:spPr>
          <a:xfrm>
            <a:off x="5669280" y="59436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003344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TOPIC PRESENTATION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77840" y="1097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</a:t>
            </a:r>
            <a:endParaRPr lang="en-US" sz="7200" dirty="0"/>
          </a:p>
        </p:txBody>
      </p:sp>
      <p:sp>
        <p:nvSpPr>
          <p:cNvPr id="60" name="Text 58"/>
          <p:cNvSpPr/>
          <p:nvPr/>
        </p:nvSpPr>
        <p:spPr>
          <a:xfrm>
            <a:off x="5577840" y="20116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</a:t>
            </a:r>
            <a:endParaRPr lang="en-US" sz="5200" dirty="0"/>
          </a:p>
        </p:txBody>
      </p:sp>
      <p:sp>
        <p:nvSpPr>
          <p:cNvPr id="61" name="Shape 59"/>
          <p:cNvSpPr/>
          <p:nvPr/>
        </p:nvSpPr>
        <p:spPr>
          <a:xfrm>
            <a:off x="5577840" y="3035808"/>
            <a:ext cx="6217920" cy="4572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577840" y="32004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AACCDD"/>
                </a:solidFill>
              </a:rPr>
              <a:t>How Artificial Intelligence is Protecting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AACCDD"/>
                </a:solidFill>
              </a:rPr>
              <a:t>Our Digital World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5577840" y="420624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CC1133"/>
          </a:solidFill>
          <a:ln/>
        </p:spPr>
      </p:sp>
      <p:sp>
        <p:nvSpPr>
          <p:cNvPr id="64" name="Text 62"/>
          <p:cNvSpPr/>
          <p:nvPr/>
        </p:nvSpPr>
        <p:spPr>
          <a:xfrm>
            <a:off x="5577840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5577840" y="47731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Every 39 sec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someone is hacked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726680" y="420624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7B2FFF"/>
          </a:solidFill>
          <a:ln/>
        </p:spPr>
      </p:sp>
      <p:sp>
        <p:nvSpPr>
          <p:cNvPr id="67" name="Text 65"/>
          <p:cNvSpPr/>
          <p:nvPr/>
        </p:nvSpPr>
        <p:spPr>
          <a:xfrm>
            <a:off x="7726680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68" name="Text 66"/>
          <p:cNvSpPr/>
          <p:nvPr/>
        </p:nvSpPr>
        <p:spPr>
          <a:xfrm>
            <a:off x="7726680" y="47731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AI: Our Strongest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Defence Tool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875520" y="420624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005F80"/>
          </a:solidFill>
          <a:ln/>
        </p:spPr>
      </p:sp>
      <p:sp>
        <p:nvSpPr>
          <p:cNvPr id="70" name="Text 68"/>
          <p:cNvSpPr/>
          <p:nvPr/>
        </p:nvSpPr>
        <p:spPr>
          <a:xfrm>
            <a:off x="9875520" y="42245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71" name="Text 69"/>
          <p:cNvSpPr/>
          <p:nvPr/>
        </p:nvSpPr>
        <p:spPr>
          <a:xfrm>
            <a:off x="9875520" y="47731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$8 Trillion lost to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cybercrime in 2023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577840" y="5715000"/>
            <a:ext cx="6217920" cy="868680"/>
          </a:xfrm>
          <a:prstGeom prst="rect">
            <a:avLst/>
          </a:prstGeom>
          <a:solidFill>
            <a:srgbClr val="0018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573328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D600"/>
                </a:solidFill>
              </a:rPr>
              <a:t>💬  "Could this happen to YOU?"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5577840" y="61447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ADBB"/>
                </a:solidFill>
              </a:rPr>
              <a:t>A story about Riya — and why AI changes everything.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2026-06-03T09:11:23Z</dcterms:created>
  <dcterms:modified xsi:type="dcterms:W3CDTF">2026-06-03T09:11:23Z</dcterms:modified>
</cp:coreProperties>
</file>