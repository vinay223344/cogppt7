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5661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D4FF"/>
                </a:solidFill>
              </a:rPr>
              <a:t>AI IN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60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DEE"/>
                </a:solidFill>
              </a:rPr>
              <a:t>Protecting the Digital World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2011680"/>
            <a:ext cx="688543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365760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</a:rPr>
              <a:t>Meet Riya... 👩‍💻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143000"/>
            <a:ext cx="6492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</a:rPr>
              <a:t>"Riya woke up one morning.
Her bank account was empty.
Her email was hacked.
Her photos were stolen.
She had done nothing wrong."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4206240"/>
            <a:ext cx="6400800" cy="54864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38912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600"/>
                </a:solidFill>
              </a:rPr>
              <a:t>💬  Could this happen to YOU?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525780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DEE"/>
                </a:solidFill>
              </a:rPr>
              <a:t>Every 39 seconds — someone is hacked somewhere in the world.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D4FF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</a:rPr>
              <a:t>🌐  The World We Live In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3657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Everything is online today —
money, photos, hospital records,
government data, your identity.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3383280" cy="201168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Every 39 sec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06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Someone is hacked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926080"/>
            <a:ext cx="3383280" cy="2011680"/>
          </a:xfrm>
          <a:prstGeom prst="rect">
            <a:avLst/>
          </a:prstGeom>
          <a:solidFill>
            <a:srgbClr val="C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297180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3657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$8 Trillion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4206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Lost to cybercrime in 2023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2926080"/>
            <a:ext cx="3383280" cy="20116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9" y="297180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3657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4206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Rise in attacks post-COVID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66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D600"/>
                </a:solidFill>
              </a:rPr>
              <a:t>"We are all connected. That's beautiful. And dangerous."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D4FF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2D55"/>
                </a:solidFill>
              </a:rPr>
              <a:t>🦹  How Hackers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200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DEE"/>
                </a:solidFill>
              </a:rPr>
              <a:t>( Simply Explained 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4114800" cy="4572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Hackers are like digital thieves 🔓
They look for unlocked doors
in your digital life.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743200"/>
            <a:ext cx="2606040" cy="256032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743200"/>
            <a:ext cx="2606040" cy="4572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2D55"/>
                </a:solidFill>
              </a:rPr>
              <a:t>Fake Emails
(Phishing)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Trick you into giving passwords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743200"/>
            <a:ext cx="2606040" cy="256032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743200"/>
            <a:ext cx="2606040" cy="4572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8346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5204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2D55"/>
                </a:solidFill>
              </a:rPr>
              <a:t>Password
Stealing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2062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Guess or buy stolen passwords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743200"/>
            <a:ext cx="2606040" cy="256032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743200"/>
            <a:ext cx="2606040" cy="4572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8346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5204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2D55"/>
                </a:solidFill>
              </a:rPr>
              <a:t>Ransomware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2062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Lock your files, demand money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2743200"/>
            <a:ext cx="2606040" cy="256032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9680" y="2743200"/>
            <a:ext cx="2606040" cy="4572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28346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5204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2D55"/>
                </a:solidFill>
              </a:rPr>
              <a:t>Fake Identity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20624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Pretend to be you online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532120"/>
            <a:ext cx="11247120" cy="4572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D600"/>
                </a:solidFill>
              </a:rPr>
              <a:t>"There are too many of them for humans to catch alone."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D4FF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35"/>
                </a:solidFill>
              </a:rPr>
              <a:t>⚠️  Old Security vs. The New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029200" cy="4389120"/>
          </a:xfrm>
          <a:prstGeom prst="rect">
            <a:avLst/>
          </a:prstGeom>
          <a:solidFill>
            <a:srgbClr val="1A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solidFill>
            <a:srgbClr val="80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🚪  OLD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👮 A watchman checking ONE front door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📋 Fixed rules — same every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45536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🐢 Slow to react — damage already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03904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😴 Humans get tired, miss things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6227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🔒 Works for simple, small threats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188720"/>
            <a:ext cx="5303520" cy="4389120"/>
          </a:xfrm>
          <a:prstGeom prst="rect">
            <a:avLst/>
          </a:prstGeom>
          <a:solidFill>
            <a:srgbClr val="1A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188720"/>
            <a:ext cx="5303520" cy="50292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2070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2D55"/>
                </a:solidFill>
              </a:rPr>
              <a:t>💥  NEW Threats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8288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🌐 Attacks from 1000 doors at once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8716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🤖 AI-powered hacking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145536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⚡ Attacks happen in milliseconds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03904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🌍 Global — can come from anywhere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6227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📊 Millions of events per second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40680" y="2560320"/>
            <a:ext cx="1005840" cy="100584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260604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D600"/>
                </a:solidFill>
              </a:rPr>
              <a:t>"We needed something smarter. Something that never sleeps."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D4FF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</a:rPr>
              <a:t>🤖  Enter AI: The Smart Guard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FFB3"/>
                </a:solidFill>
              </a:rPr>
              <a:t>AI is like a security guard that —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20240"/>
            <a:ext cx="2743200" cy="3200400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2743200" cy="7315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😴❌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34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B2FFF"/>
                </a:solidFill>
              </a:rPr>
              <a:t>NEVER SLEEPS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On guard 24 hours, 7 days a week, 365 days a year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920240"/>
            <a:ext cx="2743200" cy="3200400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43200" cy="73152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0574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834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060"/>
                </a:solidFill>
              </a:rPr>
              <a:t>NEVER MISSES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Scans millions of activities every single second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920240"/>
            <a:ext cx="2743200" cy="3200400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920240"/>
            <a:ext cx="2743200" cy="73152"/>
          </a:xfrm>
          <a:prstGeom prst="rect">
            <a:avLst/>
          </a:prstGeom>
          <a:solidFill>
            <a:srgbClr val="702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0574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834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020CC"/>
                </a:solidFill>
              </a:rPr>
              <a:t>LEARNS DAILY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Gets smarter with every attack it sees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1920240"/>
            <a:ext cx="2743200" cy="3200400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1920240"/>
            <a:ext cx="2743200" cy="73152"/>
          </a:xfrm>
          <a:prstGeom prst="rect">
            <a:avLst/>
          </a:prstGeom>
          <a:solidFill>
            <a:srgbClr val="CC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20574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834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6000"/>
                </a:solidFill>
              </a:rPr>
              <a:t>REACTS FAST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Stops threats in milliseconds — before damage happens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49240"/>
            <a:ext cx="11247120" cy="54864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321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D600"/>
                </a:solidFill>
              </a:rPr>
              <a:t>"Think of AI as the superhero your digital life never knew it needed. 🦸"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D4FF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FFB3"/>
                </a:solidFill>
              </a:rPr>
              <a:t>🔍  AI's 3 Superpowers in Cybersecurity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00" cy="45720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474720" cy="4846320"/>
          </a:xfrm>
          <a:prstGeom prst="rect">
            <a:avLst/>
          </a:prstGeom>
          <a:solidFill>
            <a:srgbClr val="05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4747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0" b="0" i="0">
                <a:solidFill>
                  <a:srgbClr val="FFFFFF"/>
                </a:solidFill>
              </a:rPr>
              <a:t>👁️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FF"/>
                </a:solidFill>
              </a:rPr>
              <a:t>SEES Threats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127248"/>
            <a:ext cx="25603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461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AI watches ALL activity 24/7.
It notices anything suspicious —
like a login from another country
at 3 AM.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474720" cy="4846320"/>
          </a:xfrm>
          <a:prstGeom prst="rect">
            <a:avLst/>
          </a:prstGeom>
          <a:solidFill>
            <a:srgbClr val="05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474720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4173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688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600"/>
                </a:solidFill>
              </a:rPr>
              <a:t>REACTS Instantly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3127248"/>
            <a:ext cx="2560320" cy="457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2461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No waiting. No meetings.
The moment AI sees danger,
it BLOCKS it automatically —
in milliseconds.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474720" cy="4846320"/>
          </a:xfrm>
          <a:prstGeom prst="rect">
            <a:avLst/>
          </a:prstGeom>
          <a:solidFill>
            <a:srgbClr val="05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280160"/>
            <a:ext cx="3474720" cy="73152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4173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4688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FFB3"/>
                </a:solidFill>
              </a:rPr>
              <a:t>LEARNS &amp; Grows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3127248"/>
            <a:ext cx="2560320" cy="45720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32461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Every attack makes AI smarter.
It remembers patterns and
prepares for the NEXT threat
before it arrives.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DEE"/>
                </a:solidFill>
              </a:rPr>
              <a:t>Together, these make AI the most powerful security tool ever built. 🛡️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D4FF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7B2FFF"/>
                </a:solidFill>
              </a:rPr>
              <a:t>💡  Riya's Story Continues...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4572000" cy="5486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2560320" cy="822960"/>
          </a:xfrm>
          <a:prstGeom prst="rect">
            <a:avLst/>
          </a:prstGeom>
          <a:solidFill>
            <a:srgbClr val="0A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64008" cy="82296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161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2D55"/>
                </a:solidFill>
              </a:rPr>
              <a:t>🌙 2:00 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7276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Hacker in Russia logs into
Riya's bank account.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02996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2D55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560320" cy="822960"/>
          </a:xfrm>
          <a:prstGeom prst="rect">
            <a:avLst/>
          </a:prstGeom>
          <a:solidFill>
            <a:srgbClr val="0A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194560"/>
            <a:ext cx="64008" cy="8229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2219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🤖 2:00:01 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7860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AI notices the unusual login —
wrong country, wrong device.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0358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600"/>
                </a:solidFill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2560320" cy="822960"/>
          </a:xfrm>
          <a:prstGeom prst="rect">
            <a:avLst/>
          </a:prstGeom>
          <a:solidFill>
            <a:srgbClr val="0A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00400"/>
            <a:ext cx="64008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2278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🚨 2:00:02 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58444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AI flags it as suspicious
and starts investigation.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0416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35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2560320" cy="822960"/>
          </a:xfrm>
          <a:prstGeom prst="rect">
            <a:avLst/>
          </a:prstGeom>
          <a:solidFill>
            <a:srgbClr val="0A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206240"/>
            <a:ext cx="64008" cy="822960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2336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B3"/>
                </a:solidFill>
              </a:rPr>
              <a:t>🔒 2:00:03 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59028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AI BLOCKS the login.
Account secured instantly.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0474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FFB3"/>
                </a:solidFill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212080"/>
            <a:ext cx="2560320" cy="822960"/>
          </a:xfrm>
          <a:prstGeom prst="rect">
            <a:avLst/>
          </a:prstGeom>
          <a:solidFill>
            <a:srgbClr val="0A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212080"/>
            <a:ext cx="64008" cy="8229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2395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📱 2:00:04 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59612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Riya gets an alert on
her phone. She's safe. 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1188720"/>
            <a:ext cx="7955279" cy="5029200"/>
          </a:xfrm>
          <a:prstGeom prst="rect">
            <a:avLst/>
          </a:prstGeom>
          <a:solidFill>
            <a:srgbClr val="03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49039" y="1188720"/>
            <a:ext cx="7955279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0" y="1371600"/>
            <a:ext cx="7406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All of this happened in
just 3 SECONDS. 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237744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Before AI:
• Riya would lose her money 💸
• Bank would find out DAYS later
• Damage already done
With AI:
• Hacker BLOCKED instantly 🔒
• Riya NOTIFIED immediately 📱
• Zero damage. Zero loss. 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D600"/>
                </a:solidFill>
              </a:rPr>
              <a:t>"That's AI in Cybersecurity — working silently, protecting you."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D4FF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2D55"/>
                </a:solidFill>
              </a:rPr>
              <a:t>⚔️  But AI Has a Dark Side Too...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5486400" cy="4572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Hackers are ALSO using AI now.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5303520" cy="1828800"/>
          </a:xfrm>
          <a:prstGeom prst="rect">
            <a:avLst/>
          </a:prstGeom>
          <a:solidFill>
            <a:srgbClr val="250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91440" cy="182880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116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2D55"/>
                </a:solidFill>
              </a:rPr>
              <a:t>Deepfakes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6888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AI creates fake videos/voices
of real people to trick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920240"/>
            <a:ext cx="5303520" cy="1828800"/>
          </a:xfrm>
          <a:prstGeom prst="rect">
            <a:avLst/>
          </a:prstGeom>
          <a:solidFill>
            <a:srgbClr val="250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920240"/>
            <a:ext cx="91440" cy="182880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0574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0116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2D55"/>
                </a:solidFill>
              </a:rPr>
              <a:t>AI Phishing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46888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Perfectly written fake emails —
impossible to spot manually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5303520" cy="1828800"/>
          </a:xfrm>
          <a:prstGeom prst="rect">
            <a:avLst/>
          </a:prstGeom>
          <a:solidFill>
            <a:srgbClr val="250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91440" cy="182880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2D55"/>
                </a:solidFill>
              </a:rPr>
              <a:t>Auto Hacking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57200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AI finds weak spots in systems
automatically, at huge scale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4023360"/>
            <a:ext cx="5303520" cy="1828800"/>
          </a:xfrm>
          <a:prstGeom prst="rect">
            <a:avLst/>
          </a:prstGeom>
          <a:solidFill>
            <a:srgbClr val="250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4023360"/>
            <a:ext cx="91440" cy="182880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1605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🗣️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1148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2D55"/>
                </a:solidFill>
              </a:rPr>
              <a:t>Voice Cloning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57200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Fakes your boss's voice to
transfer money from accounts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080760"/>
            <a:ext cx="11247120" cy="54864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217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D600"/>
                </a:solidFill>
              </a:rPr>
              <a:t>"This is the new arms race — AI defending vs AI attacking. The battle is ON. ⚔️"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D4FF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FFB3"/>
                </a:solidFill>
              </a:rPr>
              <a:t>🚀  The Future of AI in Cybersecurity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0972800" cy="45720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</a:rPr>
              <a:t>What's coming in the next 5 years: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3474720" cy="1920240"/>
          </a:xfrm>
          <a:prstGeom prst="rect">
            <a:avLst/>
          </a:prstGeom>
          <a:solidFill>
            <a:srgbClr val="0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3474720" cy="64008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FFB3"/>
                </a:solidFill>
              </a:rPr>
              <a:t>🏥 Hospitals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50008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AI will protect patient records
and life-support systems 24/7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691640"/>
            <a:ext cx="3474720" cy="1920240"/>
          </a:xfrm>
          <a:prstGeom prst="rect">
            <a:avLst/>
          </a:prstGeom>
          <a:solidFill>
            <a:srgbClr val="0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691640"/>
            <a:ext cx="3474720" cy="64008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783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FFB3"/>
                </a:solidFill>
              </a:rPr>
              <a:t>🏦 Banks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350008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Zero fraud — AI stops every
suspicious transaction instantly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691640"/>
            <a:ext cx="3474720" cy="1920240"/>
          </a:xfrm>
          <a:prstGeom prst="rect">
            <a:avLst/>
          </a:prstGeom>
          <a:solidFill>
            <a:srgbClr val="0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691640"/>
            <a:ext cx="3474720" cy="64008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783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FFB3"/>
                </a:solidFill>
              </a:rPr>
              <a:t>🏛️ Governments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350008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AI shields national data and
critical infrastructure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86200"/>
            <a:ext cx="3474720" cy="1920240"/>
          </a:xfrm>
          <a:prstGeom prst="rect">
            <a:avLst/>
          </a:prstGeom>
          <a:solidFill>
            <a:srgbClr val="0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886200"/>
            <a:ext cx="3474720" cy="64008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97763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FFB3"/>
                </a:solidFill>
              </a:rPr>
              <a:t>📱 Your Phone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544568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Personal AI guard protects
all your apps and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3886200"/>
            <a:ext cx="3474720" cy="1920240"/>
          </a:xfrm>
          <a:prstGeom prst="rect">
            <a:avLst/>
          </a:prstGeom>
          <a:solidFill>
            <a:srgbClr val="0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3886200"/>
            <a:ext cx="3474720" cy="64008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397763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FFB3"/>
                </a:solidFill>
              </a:rPr>
              <a:t>🏙️ Smart Cities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4544568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AI secures traffic, power grids,
water systems and more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3886200"/>
            <a:ext cx="3474720" cy="1920240"/>
          </a:xfrm>
          <a:prstGeom prst="rect">
            <a:avLst/>
          </a:prstGeom>
          <a:solidFill>
            <a:srgbClr val="0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886200"/>
            <a:ext cx="3474720" cy="64008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397763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FFB3"/>
                </a:solidFill>
              </a:rPr>
              <a:t>☁️ Cloud &amp; Internet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4544568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Everything you store online
guarded by intelligent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38251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D600"/>
                </a:solidFill>
              </a:rPr>
              <a:t>"The future is safer — if we build it right. 🌟"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D4FF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</a:rPr>
              <a:t>🤝  This Is Everyone's Responsibility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0972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D600"/>
                </a:solidFill>
              </a:rPr>
              <a:t>AI is the SHIELD. But YOU are the Soldier. 🛡️⚔️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2011680" cy="2560320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👨‍💼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Business
Owners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0156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Invest in AI
security 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920240"/>
            <a:ext cx="2011680" cy="2560320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80" y="1920240"/>
            <a:ext cx="201168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201168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👩‍💻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7889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IT 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40156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Learn AI-based
defense methods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1920240"/>
            <a:ext cx="2011680" cy="2560320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60" y="1920240"/>
            <a:ext cx="201168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01168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🏛️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7889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Governments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40156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Create AI security
policies &amp; laws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8040" y="1920240"/>
            <a:ext cx="2011680" cy="2560320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78040" y="1920240"/>
            <a:ext cx="201168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201168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👨‍🎓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27889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Students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40156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Build the next gen
of AI defenders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1920240"/>
            <a:ext cx="2011680" cy="2560320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18320" y="1920240"/>
            <a:ext cx="201168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0" y="201168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👨‍👩‍👧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7889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Everyone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340156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Stay aware,
stay safe online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663440"/>
            <a:ext cx="11247120" cy="54864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800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FFB3"/>
                </a:solidFill>
              </a:rPr>
              <a:t>Your Simple Action Plan Today: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3035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✅  Use strong passwords   •   ✅  Enable two-factor login   •   ✅  Don't click unknown links   •   ✅  Keep apps updated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D600"/>
                </a:solidFill>
              </a:rPr>
              <a:t>"Cybersecurity is a shared responsibility — AI is our shared shield. 🤝"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D4FF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7B2FFF"/>
                </a:solidFill>
              </a:rPr>
              <a:t>🌟  Full Circle: Riya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5486400" cy="457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</a:rPr>
              <a:t>Remember Riya?
The girl who woke up to find
everything stolen...
Today — Riya works in Cybersecurity.
She builds AI systems that protect
millions of people.
Just like AI, she never stopped learning.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303520" cy="4937760"/>
          </a:xfrm>
          <a:prstGeom prst="rect">
            <a:avLst/>
          </a:prstGeom>
          <a:solidFill>
            <a:srgbClr val="0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303520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3258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B2FFF"/>
                </a:solidFill>
              </a:rPr>
              <a:t>The Lesson? 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965960"/>
            <a:ext cx="5029200" cy="640080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9339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🔄 Attacks happen — be prepared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715768"/>
            <a:ext cx="5029200" cy="640080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7432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🧠 Knowledge is your best defense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465576"/>
            <a:ext cx="5029200" cy="640080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49300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🤝 AI + Humans = Unstoppable team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4215383"/>
            <a:ext cx="5029200" cy="640080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242816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📈 Every challenge = opportunity to grow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4965192"/>
            <a:ext cx="5029200" cy="640080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992624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🌍 Together we build a safer world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309360"/>
            <a:ext cx="11247120" cy="54864"/>
          </a:xfrm>
          <a:prstGeom prst="rect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600"/>
                </a:solidFill>
              </a:rPr>
              <a:t>"The question is not IF you will be targeted. It's whether you will be READY. 🛡️"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D4FF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154680"/>
            <a:ext cx="667512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00D4FF"/>
                </a:solidFill>
              </a:rPr>
              <a:t>"In a world full of threats,
AI is not just technology —
it is our PROTECTOR."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5029200"/>
            <a:ext cx="6675120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DEE"/>
                </a:solidFill>
              </a:rPr>
              <a:t>AI in Cybersecurity  •  Questions &amp; Discussion  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88AA"/>
                </a:solidFill>
              </a:rPr>
              <a:t>Presented with 💙 | Stay Safe. Stay Smart. Stay Secure.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